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31"/>
    <p:sldId id="266" r:id="rId12"/>
    <p:sldId id="279" r:id="rId30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  <Relationship Id="rId30" Type="http://schemas.openxmlformats.org/officeDocument/2006/relationships/slide" Target="slides/slide24.xml"/>
  <Relationship Id="rId31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Beginner lecture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 in C++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arrays to files, without the headache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26480" y="160020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0" y="1851660"/>
            <a:ext cx="502920" cy="5029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2024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6680" y="1600200"/>
            <a:ext cx="1005840" cy="10058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0" y="185166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8978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off: arrays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how to keep many values together: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64208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 = {85, 90, 78, 92, 88};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marks[0];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fast and easy to loop through. Perfect while the program is running.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0515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40680" y="137160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2130" y="154305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4068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weakness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2697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program ends, the array disappears.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 and the marks are gone.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Whiteboard vs. notebook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= Whiteboard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RAM (temporary memory)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when the program ends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32588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4859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= Notebook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the hard disk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there after the program ends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slower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</a:t>
            </a:r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saving data to a notebook and reading it back later.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 from one header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&lt;fstream&gt;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05156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 is a pipe that data flows through: from your program to a file, or 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94460" y="19659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148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ofstream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write TO a file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7373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83380" y="19659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246120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ifstream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24612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glasses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read FROM a file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035040" y="17373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72300" y="19659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1488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2834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fstream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03504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 + glasses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read and write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news: you already know this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&amp; keyboard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"Hello";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552" y="1764792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16002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F1DC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600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outFile &lt;&lt; "Hello";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560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x;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72491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25603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F1DC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46320" y="2560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inFile &gt;&gt; x;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767328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044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6576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arrows, same habits. You just point them at a file instead of the screen.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steps, every single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51560" y="114300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74520" y="148590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ofstream f("a.txt");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685800" cy="6858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977640" y="148590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56032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468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 right one? Does it exist?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3291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(!f) { ... 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57800" y="114300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080760" y="148590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66344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/ Write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468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pen or the glasses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&lt;&lt; x;  f &gt;&gt; x;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920" y="1143000"/>
            <a:ext cx="685800" cy="6858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4688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notebook away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3291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f.close();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step 2 and your program may read garbage without telling you.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save an array to a 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15568"/>
            <a:ext cx="48463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&lt;fstream&gt;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marks[5] = {85, 90, 78, 92, 88};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ofstream outFile("marks.txt");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Open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(!outFile) {            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"Could not open file!";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5; i++)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Write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outFile &lt;&lt; marks[i] &lt;&lt; endl;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outFile.close();           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Close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897880" y="1005840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1170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marks.txt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600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3246120"/>
            <a:ext cx="2788920" cy="160020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080760" y="33832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you used to print an array.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change: cout became outFile.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load the file back into an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15568"/>
            <a:ext cx="48463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marks[5];              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empty array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ifstream inFile("marks.txt");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Open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(!inFile) {             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"File not found!";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5; i++)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Read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inFile &gt;&gt; marks[i];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inFile.close();             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Close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5; i++)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marks[i] &lt;&lt; " 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8978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1371600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371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85 90 78 92 88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97880" y="2240280"/>
            <a:ext cx="2788920" cy="2606040"/>
          </a:xfrm>
          <a:prstGeom prst="roundRect">
            <a:avLst>
              <a:gd name="adj" fmla="val 3509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242316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5603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126480" y="30632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next day.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restarts with an empty array and fills it from the notebook.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&gt;&gt; became inFile &gt;&gt;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3: when you don't know how many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48463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marks[100];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room for up to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ifstream inFile("marks.txt");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(inFile &gt;&gt; marks[count])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 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stops by itself at the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"Loaded " &lt;&lt; count &lt;&lt; " marks.";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97880" y="1097280"/>
            <a:ext cx="278892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80760" y="128016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20840" y="12344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 by line until you hit a blank page.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0" y="274320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080760" y="2834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inFile &gt;&gt; x becomes false when there's nothing left to read, so the loop ends.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 you always knew the size. Files: you often don't.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vs. append: erase or add?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Default: overwrite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224028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40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ofstream outFile("marks.txt");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out all the pages and start writing on page 1.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32588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4859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1500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ios::app: append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892040" y="224028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92040" y="2240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ofstream outFile("marks.txt", ios::app);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971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the last page and keep writing.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append (add to the end)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80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#include &lt;fstream&gt;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won't know what ofstream or ifstream are.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280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checking if the file opened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file name means silent garbage, not an error.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0175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past the array size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may hold more values than your array can fit.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0175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Overwriting by accident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Meant to add data? Use ios::app.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data while the program runs (whiteboard).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after the program ends (notebook).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68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pen; ifstream is the reading glasses.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Check, Read/Write, Close.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&amp; cin?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already know 80% of file handling.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7203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test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91840" y="2560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7203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06908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035040" y="2560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27203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1228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checking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always on the next slide. Try first, then flip!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test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0" y="4389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438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16128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rely on arrays alone to keep data?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16128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header do you include for file handling?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39572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to a file, do you use ifstream or ofstream?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6888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239572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4 steps of file handling in order.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63016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open an existing file with a plain ofstream?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0332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63016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blank:  inFile ___ x;  (read a number into x)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test: answers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0" y="4389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438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143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rely on arrays alone to keep data?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live in RAM, which is wiped when the program ends (the whiteboard).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143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header do you include for file handling?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&lt;fstream&gt;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to a file, do you use ifstream or ofstream?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ofstream, the pen. The "o" stands for output.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6888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4 steps of file handling in order.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Check → Read/Write → Close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611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open an existing file with a plain ofstream?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old contents are erased. Use ios::app to add instead.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033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611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blank:  inFile ___ x;  (read a number into x)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&gt;&gt;, exactly like cin &gt;&gt; x;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challenge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3891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38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BUGS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61288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marks[5];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ofstream inFile("marks.txt");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&lt;= 5;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inFile &gt;&gt; marks[i];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inFile.close();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97880" y="105156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80760" y="12344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76656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 marks from marks.txt into an array.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4 bugs. How many can you spot?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1: fixed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0" y="4389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438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61288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&lt;fstream&gt;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marks[5];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ifstream inFile("marks.txt");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(!inFile) return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5;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inFile &gt;&gt; marks[i];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inFile.close();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1051560"/>
            <a:ext cx="3383280" cy="754380"/>
          </a:xfrm>
          <a:prstGeom prst="roundRect">
            <a:avLst>
              <a:gd name="adj" fmla="val 12121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68112" y="1051560"/>
            <a:ext cx="310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&lt;fstream&gt;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stream types don't exist.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943100"/>
            <a:ext cx="3383280" cy="754380"/>
          </a:xfrm>
          <a:prstGeom prst="roundRect">
            <a:avLst>
              <a:gd name="adj" fmla="val 12121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68112" y="1943100"/>
            <a:ext cx="310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ofstream used to read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 is the pen. Reading needs ifstream.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834640"/>
            <a:ext cx="3383280" cy="754380"/>
          </a:xfrm>
          <a:prstGeom prst="roundRect">
            <a:avLst>
              <a:gd name="adj" fmla="val 12121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68112" y="2834640"/>
            <a:ext cx="310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open check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(!inFile) before reading.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3726180"/>
            <a:ext cx="3383280" cy="754380"/>
          </a:xfrm>
          <a:prstGeom prst="roundRect">
            <a:avLst>
              <a:gd name="adj" fmla="val 12121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68112" y="3726180"/>
            <a:ext cx="310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 &lt;= 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indexes are 0 to 4. Use i &lt; 5.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lines = fixed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challenge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23760" y="43891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0" y="438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BUGS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61288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&lt;fstream&gt;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ofstream outFile("Marks.txt");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outFile &lt;&lt; 95;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outFile.close();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97880" y="105156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80760" y="12344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76656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mark 95 to the END of marks.txt, keeping the old marks.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3 bugs. Hint: the old marks vanish!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2: fixed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0" y="4389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438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61288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&lt;fstream&gt;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ofstream outFile("marks.txt", ios::app);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(!outFile) return 1;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outFile &lt;&lt; 95 &lt;&lt; endl;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outFile.close();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10515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68112" y="1051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ios::app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ofstream erases the file. Append keeps the old marks.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22402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68112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"Marks.txt" vs "marks.txt"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many systems names are case-sensitive, so this makes a new file.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34290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68112" y="3429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endl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number would stick to 95 (9587). Keep one per line.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lines = fixed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Error-checking toolkit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(!inFile)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051560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611880" y="1051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notebook open?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 the file is missing or can't be opened.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inFile.is_open()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947672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1880" y="19476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asked politely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the file opened successfully.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437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inFile.fail()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2843784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11880" y="28437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last read go wrong?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 read failed, e.g. text where a number was expected.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98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&lt; 5 &amp;&amp; ...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3739896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11880" y="37398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room on the shelf?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reading before the array overflows.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loop:  while (count &lt; 5 &amp;&amp; inFile &gt;&gt; marks[count]) count++;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happens? Predict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38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0" y="438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188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marks.txt does not exist. Example 2 runs WITHOUT the if (!inFile) check.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188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marks.txt holds only 3 numbers. The for loop reads 5.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175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marks.txt contains:  85 90 abc 92   (Example 3's while loop)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0175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marks.txt holds 8 numbers but the array is int marks[5].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happens? Answers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38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0" y="438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188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crash, no message. Every read fails silently and the array holds garbage.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Always check before reading.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188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 are correct; marks[3] and marks[4] are garbage.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Use a while loop that stops at the 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175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stops at "abc". count is 2 and 92 is never read.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Check inFile.fail() to spot bad data.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0175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writes past the end of the array: unpredictable bugs or a crash.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Add count &lt; 5 &amp;&amp; to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practice task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5430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2801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that: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user for 5 numbers and stores them in an array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them to numbers.txt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second run, reads them back and prints their sum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use ios::app so every run adds 5 more numbers, then read them all with a safe while loop.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le path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Giving the full path of a file (Windows)</a:t>
            </a:r>
          </a:p>
        </p:txBody>
      </p:sp>
      <p:sp>
        <p:nvSpPr>
          <p:cNvPr id="3" name="Card 1"/>
          <p:cNvSpPr/>
          <p:nvPr/>
        </p:nvSpPr>
        <p:spPr>
          <a:xfrm>
            <a:off x="457200" y="9601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566928" y="1042416"/>
            <a:ext cx="228600" cy="228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</p:spPr>
      </p:sp>
      <p:sp>
        <p:nvSpPr>
          <p:cNvPr id="5" name="Badge 1 text"/>
          <p:cNvSpPr txBox="1"/>
          <p:nvPr/>
        </p:nvSpPr>
        <p:spPr>
          <a:xfrm>
            <a:off x="566928" y="1042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</a:t>
            </a:r>
          </a:p>
        </p:txBody>
      </p:sp>
      <p:sp>
        <p:nvSpPr>
          <p:cNvPr id="6" name="Card 1 title"/>
          <p:cNvSpPr txBox="1"/>
          <p:nvPr/>
        </p:nvSpPr>
        <p:spPr>
          <a:xfrm>
            <a:off x="850392" y="1042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Just the name (relative path)</a:t>
            </a:r>
          </a:p>
        </p:txBody>
      </p:sp>
      <p:sp>
        <p:nvSpPr>
          <p:cNvPr id="7" name="Card 1 code bg"/>
          <p:cNvSpPr/>
          <p:nvPr/>
        </p:nvSpPr>
        <p:spPr>
          <a:xfrm>
            <a:off x="566928" y="1325880"/>
            <a:ext cx="3803904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8" name="Card 1 code"/>
          <p:cNvSpPr txBox="1"/>
          <p:nvPr/>
        </p:nvSpPr>
        <p:spPr>
          <a:xfrm>
            <a:off x="658368" y="132588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f("marks.txt");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g("data/marks.txt");</a:t>
            </a:r>
          </a:p>
        </p:txBody>
      </p:sp>
      <p:sp>
        <p:nvSpPr>
          <p:cNvPr id="9" name="Card 1 note"/>
          <p:cNvSpPr txBox="1"/>
          <p:nvPr/>
        </p:nvSpPr>
        <p:spPr>
          <a:xfrm>
            <a:off x="566928" y="1874520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Searched for in the program's working folder.  .. = one folder up</a:t>
            </a:r>
          </a:p>
        </p:txBody>
      </p:sp>
      <p:sp>
        <p:nvSpPr>
          <p:cNvPr id="10" name="Card 2"/>
          <p:cNvSpPr/>
          <p:nvPr/>
        </p:nvSpPr>
        <p:spPr>
          <a:xfrm>
            <a:off x="4663440" y="9601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2700">
            <a:solidFill>
              <a:srgbClr val="FDF1DC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Badge 2"/>
          <p:cNvSpPr/>
          <p:nvPr/>
        </p:nvSpPr>
        <p:spPr>
          <a:xfrm>
            <a:off x="4773168" y="1042416"/>
            <a:ext cx="228600" cy="228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</p:spPr>
      </p:sp>
      <p:sp>
        <p:nvSpPr>
          <p:cNvPr id="12" name="Badge 2 text"/>
          <p:cNvSpPr txBox="1"/>
          <p:nvPr/>
        </p:nvSpPr>
        <p:spPr>
          <a:xfrm>
            <a:off x="4773168" y="1042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</a:t>
            </a:r>
          </a:p>
        </p:txBody>
      </p:sp>
      <p:sp>
        <p:nvSpPr>
          <p:cNvPr id="13" name="Card 2 title"/>
          <p:cNvSpPr txBox="1"/>
          <p:nvPr/>
        </p:nvSpPr>
        <p:spPr>
          <a:xfrm>
            <a:off x="5056632" y="1042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Double backslashes</a:t>
            </a:r>
          </a:p>
        </p:txBody>
      </p:sp>
      <p:sp>
        <p:nvSpPr>
          <p:cNvPr id="14" name="Card 2 code bg"/>
          <p:cNvSpPr/>
          <p:nvPr/>
        </p:nvSpPr>
        <p:spPr>
          <a:xfrm>
            <a:off x="4773168" y="1325880"/>
            <a:ext cx="3803904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15" name="Card 2 code"/>
          <p:cNvSpPr txBox="1"/>
          <p:nvPr/>
        </p:nvSpPr>
        <p:spPr>
          <a:xfrm>
            <a:off x="4864608" y="132588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f("C:\\Users\\Ali\\marks.txt");</a:t>
            </a:r>
          </a:p>
        </p:txBody>
      </p:sp>
      <p:sp>
        <p:nvSpPr>
          <p:cNvPr id="16" name="Card 2 note"/>
          <p:cNvSpPr txBox="1"/>
          <p:nvPr/>
        </p:nvSpPr>
        <p:spPr>
          <a:xfrm>
            <a:off x="4773168" y="1874520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\ starts an escape (\n, \t), so write \\ for one backslash.</a:t>
            </a:r>
          </a:p>
        </p:txBody>
      </p:sp>
      <p:sp>
        <p:nvSpPr>
          <p:cNvPr id="17" name="Card 3"/>
          <p:cNvSpPr/>
          <p:nvPr/>
        </p:nvSpPr>
        <p:spPr>
          <a:xfrm>
            <a:off x="457200" y="2212848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Badge 3"/>
          <p:cNvSpPr/>
          <p:nvPr/>
        </p:nvSpPr>
        <p:spPr>
          <a:xfrm>
            <a:off x="566928" y="2295144"/>
            <a:ext cx="228600" cy="228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</p:spPr>
      </p:sp>
      <p:sp>
        <p:nvSpPr>
          <p:cNvPr id="19" name="Badge 3 text"/>
          <p:cNvSpPr txBox="1"/>
          <p:nvPr/>
        </p:nvSpPr>
        <p:spPr>
          <a:xfrm>
            <a:off x="566928" y="22951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</a:t>
            </a:r>
          </a:p>
        </p:txBody>
      </p:sp>
      <p:sp>
        <p:nvSpPr>
          <p:cNvPr id="20" name="Card 3 title"/>
          <p:cNvSpPr txBox="1"/>
          <p:nvPr/>
        </p:nvSpPr>
        <p:spPr>
          <a:xfrm>
            <a:off x="850392" y="22951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Forward slashes  (easiest)</a:t>
            </a:r>
          </a:p>
        </p:txBody>
      </p:sp>
      <p:sp>
        <p:nvSpPr>
          <p:cNvPr id="21" name="Card 3 code bg"/>
          <p:cNvSpPr/>
          <p:nvPr/>
        </p:nvSpPr>
        <p:spPr>
          <a:xfrm>
            <a:off x="566928" y="2578608"/>
            <a:ext cx="3803904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22" name="Card 3 code"/>
          <p:cNvSpPr txBox="1"/>
          <p:nvPr/>
        </p:nvSpPr>
        <p:spPr>
          <a:xfrm>
            <a:off x="658368" y="2578608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f("C:/Users/Ali/marks.txt");</a:t>
            </a:r>
          </a:p>
        </p:txBody>
      </p:sp>
      <p:sp>
        <p:nvSpPr>
          <p:cNvPr id="23" name="Card 3 note"/>
          <p:cNvSpPr txBox="1"/>
          <p:nvPr/>
        </p:nvSpPr>
        <p:spPr>
          <a:xfrm>
            <a:off x="566928" y="3127248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Windows accepts / in paths. Nothing to escape.</a:t>
            </a:r>
          </a:p>
        </p:txBody>
      </p:sp>
      <p:sp>
        <p:nvSpPr>
          <p:cNvPr id="24" name="Card 4"/>
          <p:cNvSpPr/>
          <p:nvPr/>
        </p:nvSpPr>
        <p:spPr>
          <a:xfrm>
            <a:off x="4663440" y="2212848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2700">
            <a:solidFill>
              <a:srgbClr val="FDF1DC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Badge 4"/>
          <p:cNvSpPr/>
          <p:nvPr/>
        </p:nvSpPr>
        <p:spPr>
          <a:xfrm>
            <a:off x="4773168" y="2295144"/>
            <a:ext cx="228600" cy="228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</p:spPr>
      </p:sp>
      <p:sp>
        <p:nvSpPr>
          <p:cNvPr id="26" name="Badge 4 text"/>
          <p:cNvSpPr txBox="1"/>
          <p:nvPr/>
        </p:nvSpPr>
        <p:spPr>
          <a:xfrm>
            <a:off x="4773168" y="22951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</a:t>
            </a:r>
          </a:p>
        </p:txBody>
      </p:sp>
      <p:sp>
        <p:nvSpPr>
          <p:cNvPr id="27" name="Card 4 title"/>
          <p:cNvSpPr txBox="1"/>
          <p:nvPr/>
        </p:nvSpPr>
        <p:spPr>
          <a:xfrm>
            <a:off x="5056632" y="22951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Raw string (C++11)</a:t>
            </a:r>
          </a:p>
        </p:txBody>
      </p:sp>
      <p:sp>
        <p:nvSpPr>
          <p:cNvPr id="28" name="Card 4 code bg"/>
          <p:cNvSpPr/>
          <p:nvPr/>
        </p:nvSpPr>
        <p:spPr>
          <a:xfrm>
            <a:off x="4773168" y="2578608"/>
            <a:ext cx="3803904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29" name="Card 4 code"/>
          <p:cNvSpPr txBox="1"/>
          <p:nvPr/>
        </p:nvSpPr>
        <p:spPr>
          <a:xfrm>
            <a:off x="4864608" y="2578608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f(R"(C:\Users\Ali\marks.txt)");</a:t>
            </a:r>
          </a:p>
        </p:txBody>
      </p:sp>
      <p:sp>
        <p:nvSpPr>
          <p:cNvPr id="30" name="Card 4 note"/>
          <p:cNvSpPr txBox="1"/>
          <p:nvPr/>
        </p:nvSpPr>
        <p:spPr>
          <a:xfrm>
            <a:off x="4773168" y="3127248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Inside R"( ... )" backslashes are kept as they are.</a:t>
            </a:r>
          </a:p>
        </p:txBody>
      </p:sp>
      <p:sp>
        <p:nvSpPr>
          <p:cNvPr id="31" name="Card 5"/>
          <p:cNvSpPr/>
          <p:nvPr/>
        </p:nvSpPr>
        <p:spPr>
          <a:xfrm>
            <a:off x="457200" y="3465576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Badge 5"/>
          <p:cNvSpPr/>
          <p:nvPr/>
        </p:nvSpPr>
        <p:spPr>
          <a:xfrm>
            <a:off x="566928" y="3547872"/>
            <a:ext cx="228600" cy="228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</p:spPr>
      </p:sp>
      <p:sp>
        <p:nvSpPr>
          <p:cNvPr id="33" name="Badge 5 text"/>
          <p:cNvSpPr txBox="1"/>
          <p:nvPr/>
        </p:nvSpPr>
        <p:spPr>
          <a:xfrm>
            <a:off x="566928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</a:t>
            </a:r>
          </a:p>
        </p:txBody>
      </p:sp>
      <p:sp>
        <p:nvSpPr>
          <p:cNvPr id="34" name="Card 5 title"/>
          <p:cNvSpPr txBox="1"/>
          <p:nvPr/>
        </p:nvSpPr>
        <p:spPr>
          <a:xfrm>
            <a:off x="850392" y="35478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Path in a char array</a:t>
            </a:r>
          </a:p>
        </p:txBody>
      </p:sp>
      <p:sp>
        <p:nvSpPr>
          <p:cNvPr id="35" name="Card 5 code bg"/>
          <p:cNvSpPr/>
          <p:nvPr/>
        </p:nvSpPr>
        <p:spPr>
          <a:xfrm>
            <a:off x="566928" y="3831336"/>
            <a:ext cx="3803904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6" name="Card 5 code"/>
          <p:cNvSpPr txBox="1"/>
          <p:nvPr/>
        </p:nvSpPr>
        <p:spPr>
          <a:xfrm>
            <a:off x="658368" y="3831336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char path[100] = "C:/Users/Ali/marks.txt";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f(path);</a:t>
            </a:r>
          </a:p>
        </p:txBody>
      </p:sp>
      <p:sp>
        <p:nvSpPr>
          <p:cNvPr id="37" name="Card 5 note"/>
          <p:cNvSpPr txBox="1"/>
          <p:nvPr/>
        </p:nvSpPr>
        <p:spPr>
          <a:xfrm>
            <a:off x="566928" y="4379976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Same escape rules as 2–4. Size the array for the longest path.</a:t>
            </a:r>
          </a:p>
        </p:txBody>
      </p:sp>
      <p:sp>
        <p:nvSpPr>
          <p:cNvPr id="38" name="Card 6"/>
          <p:cNvSpPr/>
          <p:nvPr/>
        </p:nvSpPr>
        <p:spPr>
          <a:xfrm>
            <a:off x="4663440" y="3465576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2700">
            <a:solidFill>
              <a:srgbClr val="FDF1DC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Badge 6"/>
          <p:cNvSpPr/>
          <p:nvPr/>
        </p:nvSpPr>
        <p:spPr>
          <a:xfrm>
            <a:off x="4773168" y="3547872"/>
            <a:ext cx="228600" cy="2286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</a:ln>
        </p:spPr>
      </p:sp>
      <p:sp>
        <p:nvSpPr>
          <p:cNvPr id="40" name="Badge 6 text"/>
          <p:cNvSpPr txBox="1"/>
          <p:nvPr/>
        </p:nvSpPr>
        <p:spPr>
          <a:xfrm>
            <a:off x="4773168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</a:t>
            </a:r>
          </a:p>
        </p:txBody>
      </p:sp>
      <p:sp>
        <p:nvSpPr>
          <p:cNvPr id="41" name="Card 6 title"/>
          <p:cNvSpPr txBox="1"/>
          <p:nvPr/>
        </p:nvSpPr>
        <p:spPr>
          <a:xfrm>
            <a:off x="5056632" y="35478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Path typed by the user</a:t>
            </a:r>
          </a:p>
        </p:txBody>
      </p:sp>
      <p:sp>
        <p:nvSpPr>
          <p:cNvPr id="42" name="Card 6 code bg"/>
          <p:cNvSpPr/>
          <p:nvPr/>
        </p:nvSpPr>
        <p:spPr>
          <a:xfrm>
            <a:off x="4773168" y="3831336"/>
            <a:ext cx="3803904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43" name="Card 6 code"/>
          <p:cNvSpPr txBox="1"/>
          <p:nvPr/>
        </p:nvSpPr>
        <p:spPr>
          <a:xfrm>
            <a:off x="4864608" y="3831336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char path[100];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cin.getline(path, 100);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ifstream f(path);</a:t>
            </a:r>
          </a:p>
        </p:txBody>
      </p:sp>
      <p:sp>
        <p:nvSpPr>
          <p:cNvPr id="44" name="Card 6 note"/>
          <p:cNvSpPr txBox="1"/>
          <p:nvPr/>
        </p:nvSpPr>
        <p:spPr>
          <a:xfrm>
            <a:off x="4773168" y="4379976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User types C:\My Files\marks.txt normally. getline keeps the spaces.</a:t>
            </a:r>
          </a:p>
        </p:txBody>
      </p:sp>
      <p:sp>
        <p:nvSpPr>
          <p:cNvPr id="45" name="Warning strip"/>
          <p:cNvSpPr/>
          <p:nvPr/>
        </p:nvSpPr>
        <p:spPr>
          <a:xfrm>
            <a:off x="457200" y="4700016"/>
            <a:ext cx="8229600" cy="260604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</a:ln>
        </p:spPr>
      </p:sp>
      <p:sp>
        <p:nvSpPr>
          <p:cNvPr id="46" name="Warning text"/>
          <p:cNvSpPr txBox="1"/>
          <p:nvPr/>
        </p:nvSpPr>
        <p:spPr>
          <a:xfrm>
            <a:off x="594360" y="4700016"/>
            <a:ext cx="7955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Watch out:  </a:t>
            </a:r>
            <a:r>
              <a:rPr lang="en-US" sz="1100" dirty="0">
                <a:solidFill>
                  <a:srgbClr val="B3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"C:\Users\new.txt"</a:t>
            </a:r>
            <a:r>
              <a:rPr lang="en-US" sz="1100" dirty="0">
                <a:solidFill>
                  <a:srgbClr val="B3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with single backslashes does not work: \U is a compile error and \n becomes a new line. Use \\ or /.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 exam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Example 4: overwrite vs. append in action</a:t>
            </a:r>
          </a:p>
        </p:txBody>
      </p:sp>
      <p:sp>
        <p:nvSpPr>
          <p:cNvPr id="3" name="Code panel"/>
          <p:cNvSpPr/>
          <p:nvPr/>
        </p:nvSpPr>
        <p:spPr>
          <a:xfrm>
            <a:off x="457200" y="1005840"/>
            <a:ext cx="4846320" cy="384048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621792" y="1115568"/>
            <a:ext cx="451713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#include &lt;iostream&gt;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#include &lt;fstream&gt;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using namespace std;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int main() {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marks[3];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cout &lt;&lt; "Enter 3 marks: ";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0; i &lt; 3; i++)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cin &gt;&gt; marks[i];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ofstream outFile("marks.txt", </a:t>
            </a:r>
            <a:r>
              <a:rPr lang="en-US" sz="9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ios::app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// remove ios::app to overwrite instead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(!outFile) {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cout &lt;&lt; "Could not open file!";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 1;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0; i &lt; 3; i++)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outFile &lt;&lt; marks[i] &lt;&lt; endl;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outFile.close();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cout &lt;&lt; "Saved!";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</a:p>
        </p:txBody>
      </p:sp>
      <p:sp>
        <p:nvSpPr>
          <p:cNvPr id="5" name="Runs card"/>
          <p:cNvSpPr/>
          <p:nvPr/>
        </p:nvSpPr>
        <p:spPr>
          <a:xfrm>
            <a:off x="5486400" y="1005840"/>
            <a:ext cx="3200400" cy="640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Runs text"/>
          <p:cNvSpPr txBox="1"/>
          <p:nvPr/>
        </p:nvSpPr>
        <p:spPr>
          <a:xfrm>
            <a:off x="5650992" y="10058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Run the program twice: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Run 1: </a:t>
            </a: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85 90 78</a:t>
            </a: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Run 2: </a:t>
            </a: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60 72 95</a:t>
            </a:r>
          </a:p>
        </p:txBody>
      </p:sp>
      <p:sp>
        <p:nvSpPr>
          <p:cNvPr id="7" name="File card 1"/>
          <p:cNvSpPr/>
          <p:nvPr/>
        </p:nvSpPr>
        <p:spPr>
          <a:xfrm>
            <a:off x="5486400" y="1783080"/>
            <a:ext cx="1531620" cy="1874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EEF2F7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File card 1 label"/>
          <p:cNvSpPr txBox="1"/>
          <p:nvPr/>
        </p:nvSpPr>
        <p:spPr>
          <a:xfrm>
            <a:off x="5596128" y="1874520"/>
            <a:ext cx="13121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Without ios::app</a:t>
            </a:r>
          </a:p>
        </p:txBody>
      </p:sp>
      <p:pic>
        <p:nvPicPr>
          <p:cNvPr id="9" name="File icon" descr="Fi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2121408"/>
            <a:ext cx="210312" cy="210312"/>
          </a:xfrm>
          <a:prstGeom prst="rect">
            <a:avLst/>
          </a:prstGeom>
        </p:spPr>
      </p:pic>
      <p:sp>
        <p:nvSpPr>
          <p:cNvPr id="10" name="File card 1 name"/>
          <p:cNvSpPr txBox="1"/>
          <p:nvPr/>
        </p:nvSpPr>
        <p:spPr>
          <a:xfrm>
            <a:off x="5852160" y="2121408"/>
            <a:ext cx="11116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marks.txt</a:t>
            </a:r>
          </a:p>
        </p:txBody>
      </p:sp>
      <p:sp>
        <p:nvSpPr>
          <p:cNvPr id="11" name="File card 1 contents"/>
          <p:cNvSpPr txBox="1"/>
          <p:nvPr/>
        </p:nvSpPr>
        <p:spPr>
          <a:xfrm>
            <a:off x="5614416" y="2404872"/>
            <a:ext cx="13121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60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72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95</a:t>
            </a:r>
          </a:p>
        </p:txBody>
      </p:sp>
      <p:sp>
        <p:nvSpPr>
          <p:cNvPr id="12" name="File card 2"/>
          <p:cNvSpPr/>
          <p:nvPr/>
        </p:nvSpPr>
        <p:spPr>
          <a:xfrm>
            <a:off x="7155180" y="1783080"/>
            <a:ext cx="1531620" cy="187452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 w="12700">
            <a:solidFill>
              <a:srgbClr val="FDF1DC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File card 2 label"/>
          <p:cNvSpPr txBox="1"/>
          <p:nvPr/>
        </p:nvSpPr>
        <p:spPr>
          <a:xfrm>
            <a:off x="7264908" y="1874520"/>
            <a:ext cx="13121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With ios::app</a:t>
            </a:r>
          </a:p>
        </p:txBody>
      </p:sp>
      <p:pic>
        <p:nvPicPr>
          <p:cNvPr id="14" name="File icon" descr="Fi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908" y="2121408"/>
            <a:ext cx="210312" cy="210312"/>
          </a:xfrm>
          <a:prstGeom prst="rect">
            <a:avLst/>
          </a:prstGeom>
        </p:spPr>
      </p:pic>
      <p:sp>
        <p:nvSpPr>
          <p:cNvPr id="15" name="File card 2 name"/>
          <p:cNvSpPr txBox="1"/>
          <p:nvPr/>
        </p:nvSpPr>
        <p:spPr>
          <a:xfrm>
            <a:off x="7520940" y="2121408"/>
            <a:ext cx="11116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marks.txt</a:t>
            </a:r>
          </a:p>
        </p:txBody>
      </p:sp>
      <p:sp>
        <p:nvSpPr>
          <p:cNvPr id="16" name="File card 2 contents"/>
          <p:cNvSpPr txBox="1"/>
          <p:nvPr/>
        </p:nvSpPr>
        <p:spPr>
          <a:xfrm>
            <a:off x="7283196" y="2404872"/>
            <a:ext cx="13121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85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90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78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60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72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95</a:t>
            </a:r>
          </a:p>
        </p:txBody>
      </p:sp>
      <p:sp>
        <p:nvSpPr>
          <p:cNvPr id="17" name="Note card"/>
          <p:cNvSpPr/>
          <p:nvPr/>
        </p:nvSpPr>
        <p:spPr>
          <a:xfrm>
            <a:off x="5486400" y="3794760"/>
            <a:ext cx="3200400" cy="10515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Note text"/>
          <p:cNvSpPr txBox="1"/>
          <p:nvPr/>
        </p:nvSpPr>
        <p:spPr>
          <a:xfrm>
            <a:off x="5650992" y="379476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Same program, one word different.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Without ios::app the file is erased each run. With it, new marks go to the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 in C++</dc:title>
  <dc:subject>PptxGenJS Presentation</dc:subject>
  <dc:creator>PptxGenJS</dc:creator>
  <cp:lastModifiedBy>PptxGenJS</cp:lastModifiedBy>
  <cp:revision>1</cp:revision>
  <dcterms:created xsi:type="dcterms:W3CDTF">2026-10-01T05:51:57Z</dcterms:created>
  <dcterms:modified xsi:type="dcterms:W3CDTF">2026-10-01T05:51:57Z</dcterms:modified>
</cp:coreProperties>
</file>