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8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eeha Iqbal" userId="92ee55c5-ebe1-4b24-a80b-44c3fa312313" providerId="ADAL" clId="{DAD66C0D-2CAE-4C5E-8BCE-C526EB98D19E}"/>
    <pc:docChg chg="undo custSel modSld">
      <pc:chgData name="Fareeha Iqbal" userId="92ee55c5-ebe1-4b24-a80b-44c3fa312313" providerId="ADAL" clId="{DAD66C0D-2CAE-4C5E-8BCE-C526EB98D19E}" dt="2026-09-28T03:09:18.376" v="123" actId="20577"/>
      <pc:docMkLst>
        <pc:docMk/>
      </pc:docMkLst>
      <pc:sldChg chg="delSp modSp mod">
        <pc:chgData name="Fareeha Iqbal" userId="92ee55c5-ebe1-4b24-a80b-44c3fa312313" providerId="ADAL" clId="{DAD66C0D-2CAE-4C5E-8BCE-C526EB98D19E}" dt="2026-09-28T03:09:18.376" v="123" actId="20577"/>
        <pc:sldMkLst>
          <pc:docMk/>
          <pc:sldMk cId="0" sldId="256"/>
        </pc:sldMkLst>
        <pc:spChg chg="mod">
          <ac:chgData name="Fareeha Iqbal" userId="92ee55c5-ebe1-4b24-a80b-44c3fa312313" providerId="ADAL" clId="{DAD66C0D-2CAE-4C5E-8BCE-C526EB98D19E}" dt="2026-09-28T03:04:43.516" v="77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Fareeha Iqbal" userId="92ee55c5-ebe1-4b24-a80b-44c3fa312313" providerId="ADAL" clId="{DAD66C0D-2CAE-4C5E-8BCE-C526EB98D19E}" dt="2026-09-28T03:09:18.376" v="123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Fareeha Iqbal" userId="92ee55c5-ebe1-4b24-a80b-44c3fa312313" providerId="ADAL" clId="{DAD66C0D-2CAE-4C5E-8BCE-C526EB98D19E}" dt="2026-09-28T03:03:50.827" v="8" actId="1076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Fareeha Iqbal" userId="92ee55c5-ebe1-4b24-a80b-44c3fa312313" providerId="ADAL" clId="{DAD66C0D-2CAE-4C5E-8BCE-C526EB98D19E}" dt="2026-09-28T03:03:58.547" v="9" actId="478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Fareeha Iqbal" userId="92ee55c5-ebe1-4b24-a80b-44c3fa312313" providerId="ADAL" clId="{DAD66C0D-2CAE-4C5E-8BCE-C526EB98D19E}" dt="2026-09-28T03:03:25.885" v="1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Fareeha Iqbal" userId="92ee55c5-ebe1-4b24-a80b-44c3fa312313" providerId="ADAL" clId="{DAD66C0D-2CAE-4C5E-8BCE-C526EB98D19E}" dt="2026-09-28T03:09:09.965" v="105" actId="478"/>
          <ac:spMkLst>
            <pc:docMk/>
            <pc:sldMk cId="0" sldId="256"/>
            <ac:spMk id="10" creationId="{00000000-0000-0000-0000-000000000000}"/>
          </ac:spMkLst>
        </pc:spChg>
        <pc:spChg chg="del mod">
          <ac:chgData name="Fareeha Iqbal" userId="92ee55c5-ebe1-4b24-a80b-44c3fa312313" providerId="ADAL" clId="{DAD66C0D-2CAE-4C5E-8BCE-C526EB98D19E}" dt="2026-09-28T03:09:07.722" v="104" actId="478"/>
          <ac:spMkLst>
            <pc:docMk/>
            <pc:sldMk cId="0" sldId="256"/>
            <ac:spMk id="11" creationId="{00000000-0000-0000-0000-000000000000}"/>
          </ac:spMkLst>
        </pc:spChg>
      </pc:sldChg>
      <pc:sldChg chg="delSp mod">
        <pc:chgData name="Fareeha Iqbal" userId="92ee55c5-ebe1-4b24-a80b-44c3fa312313" providerId="ADAL" clId="{DAD66C0D-2CAE-4C5E-8BCE-C526EB98D19E}" dt="2026-09-28T03:09:03.437" v="103" actId="478"/>
        <pc:sldMkLst>
          <pc:docMk/>
          <pc:sldMk cId="0" sldId="257"/>
        </pc:sldMkLst>
        <pc:spChg chg="del">
          <ac:chgData name="Fareeha Iqbal" userId="92ee55c5-ebe1-4b24-a80b-44c3fa312313" providerId="ADAL" clId="{DAD66C0D-2CAE-4C5E-8BCE-C526EB98D19E}" dt="2026-09-28T03:09:03.437" v="103" actId="478"/>
          <ac:spMkLst>
            <pc:docMk/>
            <pc:sldMk cId="0" sldId="257"/>
            <ac:spMk id="28" creationId="{00000000-0000-0000-0000-000000000000}"/>
          </ac:spMkLst>
        </pc:spChg>
      </pc:sldChg>
      <pc:sldChg chg="delSp mod">
        <pc:chgData name="Fareeha Iqbal" userId="92ee55c5-ebe1-4b24-a80b-44c3fa312313" providerId="ADAL" clId="{DAD66C0D-2CAE-4C5E-8BCE-C526EB98D19E}" dt="2026-09-28T03:09:00.355" v="102" actId="478"/>
        <pc:sldMkLst>
          <pc:docMk/>
          <pc:sldMk cId="0" sldId="259"/>
        </pc:sldMkLst>
        <pc:spChg chg="del">
          <ac:chgData name="Fareeha Iqbal" userId="92ee55c5-ebe1-4b24-a80b-44c3fa312313" providerId="ADAL" clId="{DAD66C0D-2CAE-4C5E-8BCE-C526EB98D19E}" dt="2026-09-28T03:09:00.355" v="102" actId="478"/>
          <ac:spMkLst>
            <pc:docMk/>
            <pc:sldMk cId="0" sldId="259"/>
            <ac:spMk id="8" creationId="{00000000-0000-0000-0000-000000000000}"/>
          </ac:spMkLst>
        </pc:spChg>
      </pc:sldChg>
      <pc:sldChg chg="delSp mod">
        <pc:chgData name="Fareeha Iqbal" userId="92ee55c5-ebe1-4b24-a80b-44c3fa312313" providerId="ADAL" clId="{DAD66C0D-2CAE-4C5E-8BCE-C526EB98D19E}" dt="2026-09-28T03:08:58.214" v="101" actId="478"/>
        <pc:sldMkLst>
          <pc:docMk/>
          <pc:sldMk cId="0" sldId="260"/>
        </pc:sldMkLst>
        <pc:spChg chg="del">
          <ac:chgData name="Fareeha Iqbal" userId="92ee55c5-ebe1-4b24-a80b-44c3fa312313" providerId="ADAL" clId="{DAD66C0D-2CAE-4C5E-8BCE-C526EB98D19E}" dt="2026-09-28T03:08:58.214" v="101" actId="478"/>
          <ac:spMkLst>
            <pc:docMk/>
            <pc:sldMk cId="0" sldId="260"/>
            <ac:spMk id="9" creationId="{00000000-0000-0000-0000-000000000000}"/>
          </ac:spMkLst>
        </pc:spChg>
      </pc:sldChg>
      <pc:sldChg chg="delSp mod">
        <pc:chgData name="Fareeha Iqbal" userId="92ee55c5-ebe1-4b24-a80b-44c3fa312313" providerId="ADAL" clId="{DAD66C0D-2CAE-4C5E-8BCE-C526EB98D19E}" dt="2026-09-28T03:08:55.917" v="100" actId="478"/>
        <pc:sldMkLst>
          <pc:docMk/>
          <pc:sldMk cId="0" sldId="261"/>
        </pc:sldMkLst>
        <pc:spChg chg="del">
          <ac:chgData name="Fareeha Iqbal" userId="92ee55c5-ebe1-4b24-a80b-44c3fa312313" providerId="ADAL" clId="{DAD66C0D-2CAE-4C5E-8BCE-C526EB98D19E}" dt="2026-09-28T03:08:55.917" v="100" actId="478"/>
          <ac:spMkLst>
            <pc:docMk/>
            <pc:sldMk cId="0" sldId="261"/>
            <ac:spMk id="10" creationId="{00000000-0000-0000-0000-000000000000}"/>
          </ac:spMkLst>
        </pc:spChg>
      </pc:sldChg>
      <pc:sldChg chg="delSp mod">
        <pc:chgData name="Fareeha Iqbal" userId="92ee55c5-ebe1-4b24-a80b-44c3fa312313" providerId="ADAL" clId="{DAD66C0D-2CAE-4C5E-8BCE-C526EB98D19E}" dt="2026-09-28T03:08:53.043" v="99" actId="478"/>
        <pc:sldMkLst>
          <pc:docMk/>
          <pc:sldMk cId="0" sldId="263"/>
        </pc:sldMkLst>
        <pc:spChg chg="del">
          <ac:chgData name="Fareeha Iqbal" userId="92ee55c5-ebe1-4b24-a80b-44c3fa312313" providerId="ADAL" clId="{DAD66C0D-2CAE-4C5E-8BCE-C526EB98D19E}" dt="2026-09-28T03:08:53.043" v="99" actId="478"/>
          <ac:spMkLst>
            <pc:docMk/>
            <pc:sldMk cId="0" sldId="263"/>
            <ac:spMk id="11" creationId="{00000000-0000-0000-0000-000000000000}"/>
          </ac:spMkLst>
        </pc:spChg>
      </pc:sldChg>
      <pc:sldChg chg="delSp mod">
        <pc:chgData name="Fareeha Iqbal" userId="92ee55c5-ebe1-4b24-a80b-44c3fa312313" providerId="ADAL" clId="{DAD66C0D-2CAE-4C5E-8BCE-C526EB98D19E}" dt="2026-09-28T03:08:50.559" v="98" actId="478"/>
        <pc:sldMkLst>
          <pc:docMk/>
          <pc:sldMk cId="0" sldId="264"/>
        </pc:sldMkLst>
        <pc:spChg chg="del">
          <ac:chgData name="Fareeha Iqbal" userId="92ee55c5-ebe1-4b24-a80b-44c3fa312313" providerId="ADAL" clId="{DAD66C0D-2CAE-4C5E-8BCE-C526EB98D19E}" dt="2026-09-28T03:08:50.559" v="98" actId="478"/>
          <ac:spMkLst>
            <pc:docMk/>
            <pc:sldMk cId="0" sldId="264"/>
            <ac:spMk id="9" creationId="{00000000-0000-0000-0000-000000000000}"/>
          </ac:spMkLst>
        </pc:spChg>
      </pc:sldChg>
      <pc:sldChg chg="delSp mod">
        <pc:chgData name="Fareeha Iqbal" userId="92ee55c5-ebe1-4b24-a80b-44c3fa312313" providerId="ADAL" clId="{DAD66C0D-2CAE-4C5E-8BCE-C526EB98D19E}" dt="2026-09-28T03:08:48.356" v="97" actId="478"/>
        <pc:sldMkLst>
          <pc:docMk/>
          <pc:sldMk cId="0" sldId="265"/>
        </pc:sldMkLst>
        <pc:spChg chg="del">
          <ac:chgData name="Fareeha Iqbal" userId="92ee55c5-ebe1-4b24-a80b-44c3fa312313" providerId="ADAL" clId="{DAD66C0D-2CAE-4C5E-8BCE-C526EB98D19E}" dt="2026-09-28T03:08:48.356" v="97" actId="478"/>
          <ac:spMkLst>
            <pc:docMk/>
            <pc:sldMk cId="0" sldId="265"/>
            <ac:spMk id="12" creationId="{00000000-0000-0000-0000-000000000000}"/>
          </ac:spMkLst>
        </pc:spChg>
      </pc:sldChg>
      <pc:sldChg chg="delSp mod">
        <pc:chgData name="Fareeha Iqbal" userId="92ee55c5-ebe1-4b24-a80b-44c3fa312313" providerId="ADAL" clId="{DAD66C0D-2CAE-4C5E-8BCE-C526EB98D19E}" dt="2026-09-28T03:08:44.827" v="96" actId="478"/>
        <pc:sldMkLst>
          <pc:docMk/>
          <pc:sldMk cId="0" sldId="267"/>
        </pc:sldMkLst>
        <pc:spChg chg="del">
          <ac:chgData name="Fareeha Iqbal" userId="92ee55c5-ebe1-4b24-a80b-44c3fa312313" providerId="ADAL" clId="{DAD66C0D-2CAE-4C5E-8BCE-C526EB98D19E}" dt="2026-09-28T03:08:44.827" v="96" actId="478"/>
          <ac:spMkLst>
            <pc:docMk/>
            <pc:sldMk cId="0" sldId="267"/>
            <ac:spMk id="9" creationId="{00000000-0000-0000-0000-000000000000}"/>
          </ac:spMkLst>
        </pc:spChg>
      </pc:sldChg>
      <pc:sldChg chg="delSp mod">
        <pc:chgData name="Fareeha Iqbal" userId="92ee55c5-ebe1-4b24-a80b-44c3fa312313" providerId="ADAL" clId="{DAD66C0D-2CAE-4C5E-8BCE-C526EB98D19E}" dt="2026-09-28T03:08:42.533" v="95" actId="478"/>
        <pc:sldMkLst>
          <pc:docMk/>
          <pc:sldMk cId="0" sldId="268"/>
        </pc:sldMkLst>
        <pc:spChg chg="del">
          <ac:chgData name="Fareeha Iqbal" userId="92ee55c5-ebe1-4b24-a80b-44c3fa312313" providerId="ADAL" clId="{DAD66C0D-2CAE-4C5E-8BCE-C526EB98D19E}" dt="2026-09-28T03:08:42.533" v="95" actId="478"/>
          <ac:spMkLst>
            <pc:docMk/>
            <pc:sldMk cId="0" sldId="268"/>
            <ac:spMk id="9" creationId="{00000000-0000-0000-0000-000000000000}"/>
          </ac:spMkLst>
        </pc:spChg>
      </pc:sldChg>
      <pc:sldChg chg="delSp mod">
        <pc:chgData name="Fareeha Iqbal" userId="92ee55c5-ebe1-4b24-a80b-44c3fa312313" providerId="ADAL" clId="{DAD66C0D-2CAE-4C5E-8BCE-C526EB98D19E}" dt="2026-09-28T03:08:39.628" v="94" actId="478"/>
        <pc:sldMkLst>
          <pc:docMk/>
          <pc:sldMk cId="0" sldId="269"/>
        </pc:sldMkLst>
        <pc:spChg chg="del">
          <ac:chgData name="Fareeha Iqbal" userId="92ee55c5-ebe1-4b24-a80b-44c3fa312313" providerId="ADAL" clId="{DAD66C0D-2CAE-4C5E-8BCE-C526EB98D19E}" dt="2026-09-28T03:08:39.628" v="94" actId="478"/>
          <ac:spMkLst>
            <pc:docMk/>
            <pc:sldMk cId="0" sldId="269"/>
            <ac:spMk id="11" creationId="{00000000-0000-0000-0000-000000000000}"/>
          </ac:spMkLst>
        </pc:spChg>
      </pc:sldChg>
      <pc:sldChg chg="delSp mod">
        <pc:chgData name="Fareeha Iqbal" userId="92ee55c5-ebe1-4b24-a80b-44c3fa312313" providerId="ADAL" clId="{DAD66C0D-2CAE-4C5E-8BCE-C526EB98D19E}" dt="2026-09-28T03:08:34.759" v="93" actId="478"/>
        <pc:sldMkLst>
          <pc:docMk/>
          <pc:sldMk cId="0" sldId="271"/>
        </pc:sldMkLst>
        <pc:spChg chg="del">
          <ac:chgData name="Fareeha Iqbal" userId="92ee55c5-ebe1-4b24-a80b-44c3fa312313" providerId="ADAL" clId="{DAD66C0D-2CAE-4C5E-8BCE-C526EB98D19E}" dt="2026-09-28T03:08:34.759" v="93" actId="478"/>
          <ac:spMkLst>
            <pc:docMk/>
            <pc:sldMk cId="0" sldId="271"/>
            <ac:spMk id="10" creationId="{00000000-0000-0000-0000-000000000000}"/>
          </ac:spMkLst>
        </pc:spChg>
      </pc:sldChg>
      <pc:sldChg chg="delSp mod">
        <pc:chgData name="Fareeha Iqbal" userId="92ee55c5-ebe1-4b24-a80b-44c3fa312313" providerId="ADAL" clId="{DAD66C0D-2CAE-4C5E-8BCE-C526EB98D19E}" dt="2026-09-28T03:08:32.494" v="92" actId="478"/>
        <pc:sldMkLst>
          <pc:docMk/>
          <pc:sldMk cId="0" sldId="272"/>
        </pc:sldMkLst>
        <pc:spChg chg="del">
          <ac:chgData name="Fareeha Iqbal" userId="92ee55c5-ebe1-4b24-a80b-44c3fa312313" providerId="ADAL" clId="{DAD66C0D-2CAE-4C5E-8BCE-C526EB98D19E}" dt="2026-09-28T03:08:32.494" v="92" actId="478"/>
          <ac:spMkLst>
            <pc:docMk/>
            <pc:sldMk cId="0" sldId="272"/>
            <ac:spMk id="9" creationId="{00000000-0000-0000-0000-000000000000}"/>
          </ac:spMkLst>
        </pc:spChg>
      </pc:sldChg>
      <pc:sldChg chg="delSp mod">
        <pc:chgData name="Fareeha Iqbal" userId="92ee55c5-ebe1-4b24-a80b-44c3fa312313" providerId="ADAL" clId="{DAD66C0D-2CAE-4C5E-8BCE-C526EB98D19E}" dt="2026-09-28T03:08:29.319" v="91" actId="478"/>
        <pc:sldMkLst>
          <pc:docMk/>
          <pc:sldMk cId="0" sldId="273"/>
        </pc:sldMkLst>
        <pc:spChg chg="del">
          <ac:chgData name="Fareeha Iqbal" userId="92ee55c5-ebe1-4b24-a80b-44c3fa312313" providerId="ADAL" clId="{DAD66C0D-2CAE-4C5E-8BCE-C526EB98D19E}" dt="2026-09-28T03:08:29.319" v="91" actId="478"/>
          <ac:spMkLst>
            <pc:docMk/>
            <pc:sldMk cId="0" sldId="273"/>
            <ac:spMk id="11" creationId="{00000000-0000-0000-0000-000000000000}"/>
          </ac:spMkLst>
        </pc:spChg>
      </pc:sldChg>
      <pc:sldChg chg="delSp modSp mod">
        <pc:chgData name="Fareeha Iqbal" userId="92ee55c5-ebe1-4b24-a80b-44c3fa312313" providerId="ADAL" clId="{DAD66C0D-2CAE-4C5E-8BCE-C526EB98D19E}" dt="2026-09-28T03:08:21.572" v="90" actId="478"/>
        <pc:sldMkLst>
          <pc:docMk/>
          <pc:sldMk cId="0" sldId="275"/>
        </pc:sldMkLst>
        <pc:spChg chg="del mod">
          <ac:chgData name="Fareeha Iqbal" userId="92ee55c5-ebe1-4b24-a80b-44c3fa312313" providerId="ADAL" clId="{DAD66C0D-2CAE-4C5E-8BCE-C526EB98D19E}" dt="2026-09-28T03:08:21.572" v="90" actId="478"/>
          <ac:spMkLst>
            <pc:docMk/>
            <pc:sldMk cId="0" sldId="275"/>
            <ac:spMk id="10" creationId="{00000000-0000-0000-0000-000000000000}"/>
          </ac:spMkLst>
        </pc:spChg>
      </pc:sldChg>
      <pc:sldChg chg="delSp mod">
        <pc:chgData name="Fareeha Iqbal" userId="92ee55c5-ebe1-4b24-a80b-44c3fa312313" providerId="ADAL" clId="{DAD66C0D-2CAE-4C5E-8BCE-C526EB98D19E}" dt="2026-09-28T03:08:14.066" v="88" actId="478"/>
        <pc:sldMkLst>
          <pc:docMk/>
          <pc:sldMk cId="0" sldId="276"/>
        </pc:sldMkLst>
        <pc:spChg chg="del">
          <ac:chgData name="Fareeha Iqbal" userId="92ee55c5-ebe1-4b24-a80b-44c3fa312313" providerId="ADAL" clId="{DAD66C0D-2CAE-4C5E-8BCE-C526EB98D19E}" dt="2026-09-28T03:08:14.066" v="88" actId="478"/>
          <ac:spMkLst>
            <pc:docMk/>
            <pc:sldMk cId="0" sldId="276"/>
            <ac:spMk id="9" creationId="{00000000-0000-0000-0000-000000000000}"/>
          </ac:spMkLst>
        </pc:spChg>
      </pc:sldChg>
      <pc:sldChg chg="delSp mod">
        <pc:chgData name="Fareeha Iqbal" userId="92ee55c5-ebe1-4b24-a80b-44c3fa312313" providerId="ADAL" clId="{DAD66C0D-2CAE-4C5E-8BCE-C526EB98D19E}" dt="2026-09-28T03:08:09.919" v="87" actId="478"/>
        <pc:sldMkLst>
          <pc:docMk/>
          <pc:sldMk cId="0" sldId="277"/>
        </pc:sldMkLst>
        <pc:spChg chg="del">
          <ac:chgData name="Fareeha Iqbal" userId="92ee55c5-ebe1-4b24-a80b-44c3fa312313" providerId="ADAL" clId="{DAD66C0D-2CAE-4C5E-8BCE-C526EB98D19E}" dt="2026-09-28T03:08:09.919" v="87" actId="478"/>
          <ac:spMkLst>
            <pc:docMk/>
            <pc:sldMk cId="0" sldId="277"/>
            <ac:spMk id="10" creationId="{00000000-0000-0000-0000-000000000000}"/>
          </ac:spMkLst>
        </pc:spChg>
      </pc:sldChg>
      <pc:sldChg chg="delSp modSp mod">
        <pc:chgData name="Fareeha Iqbal" userId="92ee55c5-ebe1-4b24-a80b-44c3fa312313" providerId="ADAL" clId="{DAD66C0D-2CAE-4C5E-8BCE-C526EB98D19E}" dt="2026-09-28T03:08:05.915" v="86" actId="478"/>
        <pc:sldMkLst>
          <pc:docMk/>
          <pc:sldMk cId="0" sldId="278"/>
        </pc:sldMkLst>
        <pc:spChg chg="del mod">
          <ac:chgData name="Fareeha Iqbal" userId="92ee55c5-ebe1-4b24-a80b-44c3fa312313" providerId="ADAL" clId="{DAD66C0D-2CAE-4C5E-8BCE-C526EB98D19E}" dt="2026-09-28T03:08:05.915" v="86" actId="478"/>
          <ac:spMkLst>
            <pc:docMk/>
            <pc:sldMk cId="0" sldId="278"/>
            <ac:spMk id="9" creationId="{00000000-0000-0000-0000-000000000000}"/>
          </ac:spMkLst>
        </pc:spChg>
      </pc:sldChg>
      <pc:sldChg chg="delSp modSp mod">
        <pc:chgData name="Fareeha Iqbal" userId="92ee55c5-ebe1-4b24-a80b-44c3fa312313" providerId="ADAL" clId="{DAD66C0D-2CAE-4C5E-8BCE-C526EB98D19E}" dt="2026-09-28T03:07:51.233" v="83" actId="478"/>
        <pc:sldMkLst>
          <pc:docMk/>
          <pc:sldMk cId="0" sldId="279"/>
        </pc:sldMkLst>
        <pc:spChg chg="del">
          <ac:chgData name="Fareeha Iqbal" userId="92ee55c5-ebe1-4b24-a80b-44c3fa312313" providerId="ADAL" clId="{DAD66C0D-2CAE-4C5E-8BCE-C526EB98D19E}" dt="2026-09-28T03:07:43.820" v="81" actId="478"/>
          <ac:spMkLst>
            <pc:docMk/>
            <pc:sldMk cId="0" sldId="279"/>
            <ac:spMk id="5" creationId="{00000000-0000-0000-0000-000000000000}"/>
          </ac:spMkLst>
        </pc:spChg>
        <pc:spChg chg="del mod">
          <ac:chgData name="Fareeha Iqbal" userId="92ee55c5-ebe1-4b24-a80b-44c3fa312313" providerId="ADAL" clId="{DAD66C0D-2CAE-4C5E-8BCE-C526EB98D19E}" dt="2026-09-28T03:07:51.233" v="83" actId="478"/>
          <ac:spMkLst>
            <pc:docMk/>
            <pc:sldMk cId="0" sldId="279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6416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161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61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 –Programming Fundamentals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C++ Fundamentals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Session –Lecture 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07143" y="3977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 ·  Selection  ·  Loops  ·  Integer Arrays  ·  Char Arrays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389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675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Overview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our first session together after you completed the C++ basics in ITC. Today we'll work through five core topics as a structured recap, with worked examples throughout.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2011680" cy="2331720"/>
          </a:xfrm>
          <a:prstGeom prst="roundRect">
            <a:avLst>
              <a:gd name="adj" fmla="val 4545"/>
            </a:avLst>
          </a:prstGeom>
          <a:solidFill>
            <a:srgbClr val="EA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03020" y="2788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30302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47472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Data Types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761488" y="2514600"/>
            <a:ext cx="2011680" cy="2331720"/>
          </a:xfrm>
          <a:prstGeom prst="roundRect">
            <a:avLst>
              <a:gd name="adj" fmla="val 4545"/>
            </a:avLst>
          </a:prstGeom>
          <a:solidFill>
            <a:srgbClr val="EA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15868" y="2788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515868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871216" y="347472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Statements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974336" y="2514600"/>
            <a:ext cx="2011680" cy="2331720"/>
          </a:xfrm>
          <a:prstGeom prst="roundRect">
            <a:avLst>
              <a:gd name="adj" fmla="val 4545"/>
            </a:avLst>
          </a:prstGeom>
          <a:solidFill>
            <a:srgbClr val="EA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728716" y="2788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728716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084064" y="347472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187184" y="2514600"/>
            <a:ext cx="2011680" cy="2331720"/>
          </a:xfrm>
          <a:prstGeom prst="roundRect">
            <a:avLst>
              <a:gd name="adj" fmla="val 4545"/>
            </a:avLst>
          </a:prstGeom>
          <a:solidFill>
            <a:srgbClr val="EA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941564" y="2788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941564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296912" y="347472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Arrays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400032" y="2514600"/>
            <a:ext cx="2011680" cy="2331720"/>
          </a:xfrm>
          <a:prstGeom prst="roundRect">
            <a:avLst>
              <a:gd name="adj" fmla="val 4545"/>
            </a:avLst>
          </a:prstGeom>
          <a:solidFill>
            <a:srgbClr val="EA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154412" y="2788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10154412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509760" y="347472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Arrays &amp; Strings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end: you can trace and write code confidently across all five topics — ready to build on them next session.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161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0" y="4389120"/>
            <a:ext cx="3657600" cy="3657600"/>
          </a:xfrm>
          <a:prstGeom prst="ellipse">
            <a:avLst/>
          </a:prstGeom>
          <a:solidFill>
            <a:srgbClr val="161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1051560" cy="10515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61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23957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OF 5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084832" y="274320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&amp; Data Types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3520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recall of the four basic types before we look at where they trip people up.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389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RECAP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675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&amp; Data Types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19202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numbers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F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 age = 20;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 numbers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F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float gpa = 3.8;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character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byte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F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char grade = 'A';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/ false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byte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A2F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 passed = true;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520440"/>
            <a:ext cx="11064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 vs. initialization: </a:t>
            </a:r>
            <a:r>
              <a:rPr lang="en-US" sz="14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can be declared without a value, then assigned one later.
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rules: </a:t>
            </a:r>
            <a:r>
              <a:rPr lang="en-US" sz="14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spaces, can't start with a digit, case-sensitive.
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vs ==: </a:t>
            </a:r>
            <a:r>
              <a:rPr lang="en-US" sz="14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assigns a value; == compares two values. This distinction matters a lot in the next topic.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389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675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&amp; Data Types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or invalid? Look at each line and decide before we check together.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1064240" cy="3291840"/>
          </a:xfrm>
          <a:prstGeom prst="roundRect">
            <a:avLst>
              <a:gd name="adj" fmla="val 2222"/>
            </a:avLst>
          </a:prstGeom>
          <a:solidFill>
            <a:srgbClr val="141A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2295144"/>
            <a:ext cx="106070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2ndPlace;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letter = "A";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pi = 3.14f;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isReady = 1;</a:t>
            </a:r>
            <a:endParaRPr lang="en-US" sz="1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total score;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389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— ANSWER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675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&amp; Data Types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6400800" cy="3291840"/>
          </a:xfrm>
          <a:prstGeom prst="roundRect">
            <a:avLst>
              <a:gd name="adj" fmla="val 2222"/>
            </a:avLst>
          </a:prstGeom>
          <a:solidFill>
            <a:srgbClr val="141A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563624"/>
            <a:ext cx="594360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2ndPlace;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letter = "A";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pi = 3.14f;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isReady = 1;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total score;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269480" y="1417320"/>
            <a:ext cx="4343400" cy="3291840"/>
          </a:xfrm>
          <a:prstGeom prst="roundRect">
            <a:avLst>
              <a:gd name="adj" fmla="val 2222"/>
            </a:avLst>
          </a:prstGeom>
          <a:solidFill>
            <a:srgbClr val="EA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0" y="1600200"/>
            <a:ext cx="3886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761"/>
                </a:solidFill>
              </a:rPr>
              <a:t>Answers
</a:t>
            </a:r>
            <a:r>
              <a:rPr lang="en-US" sz="1300" dirty="0">
                <a:solidFill>
                  <a:srgbClr val="2A2F45"/>
                </a:solidFill>
              </a:rPr>
              <a:t>Line 1 — invalid (starts with digit)
Line 2 — invalid (char needs single quotes)
Line 3 — valid
Line 4 — valid (implicit conversion)
Line 5 — invalid (space in identifier)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161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0" y="4389120"/>
            <a:ext cx="3657600" cy="3657600"/>
          </a:xfrm>
          <a:prstGeom prst="ellipse">
            <a:avLst/>
          </a:prstGeom>
          <a:solidFill>
            <a:srgbClr val="161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1051560" cy="10515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61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23957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OF 5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084832" y="274320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Statements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3520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program makes decisions — and where a single mixed-up symbol causes the most bugs.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389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RECAP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675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Statements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141A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563624"/>
            <a:ext cx="493776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(condition)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runs if condition is true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(anotherCondition)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runs if the first was false, this true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runs if all above are false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141A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46520" y="1563624"/>
            <a:ext cx="493776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(value)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1: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code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code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60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traps: </a:t>
            </a:r>
            <a:r>
              <a:rPr lang="en-US" sz="15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break in a switch (fall-through), using = instead of == inside an if, and ambiguity when nested ifs are written without braces.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389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675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Statements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bug in this code before we walk through it together: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1064240" cy="3108960"/>
          </a:xfrm>
          <a:prstGeom prst="roundRect">
            <a:avLst>
              <a:gd name="adj" fmla="val 2353"/>
            </a:avLst>
          </a:prstGeom>
          <a:solidFill>
            <a:srgbClr val="141A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2295144"/>
            <a:ext cx="1060704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score = 85;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(score = 90) {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"Grade: A";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(score &gt;= 80) {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"Grade: B";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"Grade: C";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389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— ANSWER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675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Statements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6400800" cy="2834640"/>
          </a:xfrm>
          <a:prstGeom prst="roundRect">
            <a:avLst>
              <a:gd name="adj" fmla="val 2581"/>
            </a:avLst>
          </a:prstGeom>
          <a:solidFill>
            <a:srgbClr val="141A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563624"/>
            <a:ext cx="594360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score = 85;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(score = 90) {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"Grade: A";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(score &gt;= 80) {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"Grade: B";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"Grade: C";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269480" y="1417320"/>
            <a:ext cx="4343400" cy="2834640"/>
          </a:xfrm>
          <a:prstGeom prst="roundRect">
            <a:avLst>
              <a:gd name="adj" fmla="val 2581"/>
            </a:avLst>
          </a:prstGeom>
          <a:solidFill>
            <a:srgbClr val="EA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0" y="1600200"/>
            <a:ext cx="38862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761"/>
                </a:solidFill>
              </a:rPr>
              <a:t>The bug
</a:t>
            </a:r>
            <a:r>
              <a:rPr lang="en-US" sz="1300" dirty="0">
                <a:solidFill>
                  <a:srgbClr val="2A2F45"/>
                </a:solidFill>
              </a:rPr>
              <a:t>score = 90 should be score == 90 — a single = assigns 90 (always true), it doesn't compare.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77240" y="46634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A33D"/>
                </a:solidFill>
              </a:rPr>
              <a:t>Worth noting: </a:t>
            </a:r>
            <a:r>
              <a:rPr lang="en-US" sz="1250" dirty="0">
                <a:solidFill>
                  <a:srgbClr val="CADCFC"/>
                </a:solidFill>
              </a:rPr>
              <a:t>reach for switch instead of if-else when checking one variable against a fixed set of discrete values.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161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0" y="4389120"/>
            <a:ext cx="3657600" cy="3657600"/>
          </a:xfrm>
          <a:prstGeom prst="ellipse">
            <a:avLst/>
          </a:prstGeom>
          <a:solidFill>
            <a:srgbClr val="161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1051560" cy="10515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61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23957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OF 5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084832" y="274320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3520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a block of code until a condition says stop — three forms, one idea.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389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RECAP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675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16459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at least once?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F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 number of repetitions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F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while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repetitions, checked first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F4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do-while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run at least once (e.g. menus)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337560"/>
            <a:ext cx="11064240" cy="2514600"/>
          </a:xfrm>
          <a:prstGeom prst="roundRect">
            <a:avLst>
              <a:gd name="adj" fmla="val 2909"/>
            </a:avLst>
          </a:prstGeom>
          <a:solidFill>
            <a:srgbClr val="141A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3483864"/>
            <a:ext cx="1060704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0;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i &lt;&lt; " ";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+= 2;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(i &lt; 10);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0 2 4 6 8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Condition checked AFTER the body runs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389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675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nested loop that prints this pattern exactly: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64240" cy="2926080"/>
          </a:xfrm>
          <a:prstGeom prst="roundRect">
            <a:avLst>
              <a:gd name="adj" fmla="val 2500"/>
            </a:avLst>
          </a:prstGeom>
          <a:solidFill>
            <a:srgbClr val="141A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2340864"/>
            <a:ext cx="1060704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2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*</a:t>
            </a:r>
            <a:endParaRPr lang="en-US" sz="2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* *</a:t>
            </a:r>
            <a:endParaRPr lang="en-US" sz="2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* * *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389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— ANSWER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675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141A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563624"/>
            <a:ext cx="493776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9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*</a:t>
            </a:r>
            <a:endParaRPr lang="en-US" sz="19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* *</a:t>
            </a:r>
            <a:endParaRPr lang="en-US" sz="19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* * *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14173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349240" cy="2880360"/>
          </a:xfrm>
          <a:prstGeom prst="roundRect">
            <a:avLst>
              <a:gd name="adj" fmla="val 2540"/>
            </a:avLst>
          </a:prstGeom>
          <a:solidFill>
            <a:srgbClr val="141A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92240" y="1975104"/>
            <a:ext cx="4892040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&lt;= 4; i++) {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j = 1; j &lt;= i; j++) {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cout &lt;&lt; "* ";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endl;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161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0" y="4389120"/>
            <a:ext cx="3657600" cy="3657600"/>
          </a:xfrm>
          <a:prstGeom prst="ellipse">
            <a:avLst/>
          </a:prstGeom>
          <a:solidFill>
            <a:srgbClr val="161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1051560" cy="10515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61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23957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OF 5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084832" y="274320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Integer Arrays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3520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 extension of variables: one name, many slots, each reached by an index.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389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RECAP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675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Integer Arrays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6309360" cy="3108960"/>
          </a:xfrm>
          <a:prstGeom prst="roundRect">
            <a:avLst>
              <a:gd name="adj" fmla="val 2353"/>
            </a:avLst>
          </a:prstGeom>
          <a:solidFill>
            <a:srgbClr val="141A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563624"/>
            <a:ext cx="585216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scores[5] = {90, 85, 77, 60, 95};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Access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&lt;&lt; scores[2];   // 77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Traverse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5; i++) {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scores[i] &lt;&lt; " ";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086600" y="1417320"/>
            <a:ext cx="4526280" cy="3108960"/>
          </a:xfrm>
          <a:prstGeom prst="roundRect">
            <a:avLst>
              <a:gd name="adj" fmla="val 2353"/>
            </a:avLst>
          </a:prstGeom>
          <a:solidFill>
            <a:srgbClr val="EA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315200" y="1645920"/>
            <a:ext cx="4069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761"/>
                </a:solidFill>
              </a:rPr>
              <a:t>Key points
</a:t>
            </a:r>
            <a:r>
              <a:rPr lang="en-US" sz="1350" dirty="0">
                <a:solidFill>
                  <a:srgbClr val="2A2F45"/>
                </a:solidFill>
              </a:rPr>
              <a:t>•  Arrays are zero-indexed
•  Fixed size once declared
•  Going out of bounds (e.g. scores[5] on a 5-element array) doesn't always crash right away — it's undefined behavior, so don't rely on "it happened to work."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389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675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Integer Arrays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141A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700784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marks[6] = {12, 45, 3, 89, 23, 7};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7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marks[0] and marks[5]?
</a:t>
            </a: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7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loop that finds and prints the largest value.
</a:t>
            </a: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7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loop that computes the sum of all elements.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389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— ANSWER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675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Integer Arrays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141A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56362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marks[6] = {12, 45, 3, 89, 23, 7};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03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marks[0] = 12, marks[5] = 7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141A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2660904"/>
            <a:ext cx="106070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maxVal = marks[0];                    int sum = 0;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 6; i++) {             for (int i = 0; i &lt; 6; i++)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(marks[i] &gt; maxVal)                    sum += marks[i];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maxVal = marks[i];                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161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0" y="4389120"/>
            <a:ext cx="3657600" cy="3657600"/>
          </a:xfrm>
          <a:prstGeom prst="ellipse">
            <a:avLst/>
          </a:prstGeom>
          <a:solidFill>
            <a:srgbClr val="161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1051560" cy="10515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61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23957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 OF 5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084832" y="274320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 Arrays &amp; Strings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3520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as integer arrays, with one extra rule: a silent null terminator marks the end.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389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RECAP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675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 Arrays &amp; Strings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6309360" cy="2743200"/>
          </a:xfrm>
          <a:prstGeom prst="roundRect">
            <a:avLst>
              <a:gd name="adj" fmla="val 2667"/>
            </a:avLst>
          </a:prstGeom>
          <a:solidFill>
            <a:srgbClr val="141A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563624"/>
            <a:ext cx="585216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name[6] = "Ali";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stored as: A l i \0 (and 2 unused slots)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Traverse until the null terminator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name[i] != '\0'; i++) {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name[i];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86600" y="1417320"/>
            <a:ext cx="4526280" cy="2743200"/>
          </a:xfrm>
          <a:prstGeom prst="roundRect">
            <a:avLst>
              <a:gd name="adj" fmla="val 2667"/>
            </a:avLst>
          </a:prstGeom>
          <a:solidFill>
            <a:srgbClr val="EA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315200" y="1645920"/>
            <a:ext cx="4069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</a:rPr>
              <a:t>Worth remembering
</a:t>
            </a:r>
            <a:r>
              <a:rPr lang="en-US" sz="1300" dirty="0">
                <a:solidFill>
                  <a:srgbClr val="2A2F45"/>
                </a:solidFill>
              </a:rPr>
              <a:t>A char array from a string literal gets a '\0' appended automatically — usable size is one less than the declared size.
strlen, strcpy, strcmp are names to recognize for now — a full walkthrough comes with std::string.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389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675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 Arrays &amp; Strings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this snippet by hand — what does it print?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64240" cy="2926080"/>
          </a:xfrm>
          <a:prstGeom prst="roundRect">
            <a:avLst>
              <a:gd name="adj" fmla="val 2500"/>
            </a:avLst>
          </a:prstGeom>
          <a:solidFill>
            <a:srgbClr val="141A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2340864"/>
            <a:ext cx="1060704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word[] = "CODE";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word[i] != '\0'; i++) {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(word[i] &gt;= 'A' &amp;&amp; word[i] &lt;= 'Z') {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cout &lt;&lt; (char)(word[i] + 1);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389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— ANSWER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675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 Arrays &amp; Strings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6400800" cy="2834640"/>
          </a:xfrm>
          <a:prstGeom prst="roundRect">
            <a:avLst>
              <a:gd name="adj" fmla="val 2581"/>
            </a:avLst>
          </a:prstGeom>
          <a:solidFill>
            <a:srgbClr val="141A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563624"/>
            <a:ext cx="594360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word[] = "CODE";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word[i] != '\0'; i++) {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(word[i] &gt;= 'A' &amp;&amp; word[i] &lt;= 'Z') {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cout &lt;&lt; (char)(word[i] + 1);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269480" y="1417320"/>
            <a:ext cx="4343400" cy="2834640"/>
          </a:xfrm>
          <a:prstGeom prst="roundRect">
            <a:avLst>
              <a:gd name="adj" fmla="val 2581"/>
            </a:avLst>
          </a:prstGeom>
          <a:solidFill>
            <a:srgbClr val="EAF0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0" y="1600200"/>
            <a:ext cx="38862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761"/>
                </a:solidFill>
              </a:rPr>
              <a:t>Output: DPEF
</a:t>
            </a:r>
            <a:r>
              <a:rPr lang="en-US" sz="1300" dirty="0">
                <a:solidFill>
                  <a:srgbClr val="2A2F45"/>
                </a:solidFill>
              </a:rPr>
              <a:t>Each letter shifts one position forward in the alphabet. A useful bridge into why char arithmetic works — characters are just numbers underneath.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1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389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6675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 Exercise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last program that ties the five topics together: variables, selection, a loop, and an array.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1064240" cy="3291840"/>
          </a:xfrm>
          <a:prstGeom prst="roundRect">
            <a:avLst>
              <a:gd name="adj" fmla="val 2222"/>
            </a:avLst>
          </a:prstGeom>
          <a:solidFill>
            <a:srgbClr val="141A2E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2157984"/>
            <a:ext cx="106070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scores[5] = {95, 72, 88, 60, 45};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5; i++) {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 grade;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(scores[i] &gt;= 90) grade = 'A';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 (scores[i] &gt;= 75) grade = 'B';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 (scores[i] &gt;= 60) grade = 'C';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grade = 'F';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"Score " &lt;&lt; scores[i] &lt;&lt; " -&gt; Grade " &lt;&lt; grade &lt;&lt; endl;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3E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78408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4480560"/>
            <a:ext cx="3657600" cy="3657600"/>
          </a:xfrm>
          <a:prstGeom prst="ellipse">
            <a:avLst/>
          </a:prstGeom>
          <a:solidFill>
            <a:srgbClr val="161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-1645920"/>
            <a:ext cx="3474720" cy="3474720"/>
          </a:xfrm>
          <a:prstGeom prst="ellipse">
            <a:avLst/>
          </a:prstGeom>
          <a:solidFill>
            <a:srgbClr val="161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1655</Words>
  <Application>Microsoft Office PowerPoint</Application>
  <PresentationFormat>Widescreen</PresentationFormat>
  <Paragraphs>285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Fareeha Iqbal</cp:lastModifiedBy>
  <cp:revision>1</cp:revision>
  <dcterms:created xsi:type="dcterms:W3CDTF">2026-09-19T14:39:52Z</dcterms:created>
  <dcterms:modified xsi:type="dcterms:W3CDTF">2026-09-28T03:09:21Z</dcterms:modified>
</cp:coreProperties>
</file>